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71F1E3-4E99-40C0-9C74-0CDCBEFDAE6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404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168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386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927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369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575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640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328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323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561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9863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9849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916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32397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2805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075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535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B0D4ED-DCFE-4236-BB86-66C5A593A3E0}" type="datetimeFigureOut">
              <a:rPr lang="vi-VN" smtClean="0"/>
              <a:t>03/03/2018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7171D4-432F-48A2-8C76-458D75C07E5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905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2299-771E-4103-90F0-F98430710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31668-87A0-4A64-8014-25032BB84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080" y="3996267"/>
            <a:ext cx="4004942" cy="1388534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Nhóm</a:t>
            </a:r>
            <a:r>
              <a:rPr lang="en-US" dirty="0"/>
              <a:t> 2: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Hồng</a:t>
            </a:r>
            <a:r>
              <a:rPr lang="en-US" dirty="0"/>
              <a:t> </a:t>
            </a:r>
            <a:r>
              <a:rPr lang="en-US" dirty="0" err="1"/>
              <a:t>Ngọc</a:t>
            </a:r>
            <a:endParaRPr lang="en-US" dirty="0"/>
          </a:p>
          <a:p>
            <a:r>
              <a:rPr lang="en-US" dirty="0" err="1"/>
              <a:t>Nguyễn</a:t>
            </a:r>
            <a:r>
              <a:rPr lang="en-US" dirty="0"/>
              <a:t> Quang </a:t>
            </a:r>
            <a:r>
              <a:rPr lang="en-US" dirty="0" err="1"/>
              <a:t>Huy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Tống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Vinh</a:t>
            </a:r>
          </a:p>
          <a:p>
            <a:r>
              <a:rPr lang="en-US" dirty="0"/>
              <a:t>Phạm Minh Tâm</a:t>
            </a:r>
          </a:p>
        </p:txBody>
      </p:sp>
    </p:spTree>
    <p:extLst>
      <p:ext uri="{BB962C8B-B14F-4D97-AF65-F5344CB8AC3E}">
        <p14:creationId xmlns:p14="http://schemas.microsoft.com/office/powerpoint/2010/main" val="283668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1F1A-D169-461A-85D5-415EC349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A8547-4951-4323-9F9E-071729293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</a:t>
            </a:r>
          </a:p>
          <a:p>
            <a:r>
              <a:rPr lang="en-US" dirty="0"/>
              <a:t>Ng</a:t>
            </a:r>
            <a:r>
              <a:rPr lang="vi-VN" dirty="0" err="1"/>
              <a:t>ười</a:t>
            </a:r>
            <a:r>
              <a:rPr lang="vi-VN" dirty="0"/>
              <a:t> mua </a:t>
            </a:r>
            <a:r>
              <a:rPr lang="vi-VN" dirty="0" err="1"/>
              <a:t>hàng</a:t>
            </a:r>
            <a:r>
              <a:rPr lang="vi-VN" dirty="0"/>
              <a:t> </a:t>
            </a:r>
            <a:r>
              <a:rPr lang="vi-VN" dirty="0" err="1"/>
              <a:t>dễ</a:t>
            </a:r>
            <a:r>
              <a:rPr lang="vi-VN" dirty="0"/>
              <a:t> </a:t>
            </a:r>
            <a:r>
              <a:rPr lang="vi-VN" dirty="0" err="1"/>
              <a:t>dàng</a:t>
            </a:r>
            <a:r>
              <a:rPr lang="vi-VN" dirty="0"/>
              <a:t> </a:t>
            </a:r>
            <a:r>
              <a:rPr lang="vi-VN" dirty="0" err="1"/>
              <a:t>lựa</a:t>
            </a:r>
            <a:r>
              <a:rPr lang="vi-VN" dirty="0"/>
              <a:t> </a:t>
            </a:r>
            <a:r>
              <a:rPr lang="vi-VN" dirty="0" err="1"/>
              <a:t>chọn</a:t>
            </a:r>
            <a:r>
              <a:rPr lang="vi-VN" dirty="0"/>
              <a:t> </a:t>
            </a:r>
            <a:r>
              <a:rPr lang="vi-VN" dirty="0" err="1"/>
              <a:t>sản</a:t>
            </a:r>
            <a:r>
              <a:rPr lang="vi-VN" dirty="0"/>
              <a:t> </a:t>
            </a:r>
            <a:r>
              <a:rPr lang="vi-VN" dirty="0" err="1"/>
              <a:t>phẩm</a:t>
            </a:r>
            <a:endParaRPr lang="vi-VN" dirty="0"/>
          </a:p>
          <a:p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nhân viên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chủ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hàng</a:t>
            </a:r>
            <a:r>
              <a:rPr lang="vi-VN" dirty="0"/>
              <a:t> 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nghiệp</a:t>
            </a:r>
            <a:r>
              <a:rPr lang="vi-VN" dirty="0"/>
              <a:t> </a:t>
            </a:r>
            <a:r>
              <a:rPr lang="vi-VN" dirty="0" err="1"/>
              <a:t>vụ</a:t>
            </a:r>
            <a:endParaRPr lang="vi-VN" dirty="0"/>
          </a:p>
          <a:p>
            <a:r>
              <a:rPr lang="vi-VN" dirty="0" err="1"/>
              <a:t>Tối</a:t>
            </a:r>
            <a:r>
              <a:rPr lang="vi-VN" dirty="0"/>
              <a:t> ưu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lợi</a:t>
            </a:r>
            <a:r>
              <a:rPr lang="vi-VN" dirty="0"/>
              <a:t> </a:t>
            </a:r>
            <a:r>
              <a:rPr lang="vi-VN" dirty="0" err="1"/>
              <a:t>nhuận</a:t>
            </a:r>
            <a:r>
              <a:rPr lang="vi-VN" dirty="0"/>
              <a:t> cho </a:t>
            </a:r>
            <a:r>
              <a:rPr lang="vi-VN" dirty="0" err="1"/>
              <a:t>cửa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60182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4764-FFA5-408C-9D01-AD6D7976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Đối</a:t>
            </a:r>
            <a:r>
              <a:rPr lang="vi-VN" dirty="0"/>
              <a:t> </a:t>
            </a:r>
            <a:r>
              <a:rPr lang="vi-VN" dirty="0" err="1"/>
              <a:t>tượng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tham gia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AC2E9-5A7F-48BC-B31F-FB4F9D4EA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Chủ</a:t>
            </a:r>
            <a:r>
              <a:rPr lang="vi-VN" dirty="0"/>
              <a:t> </a:t>
            </a:r>
            <a:r>
              <a:rPr lang="vi-VN" dirty="0" err="1"/>
              <a:t>cửa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  <a:p>
            <a:r>
              <a:rPr lang="vi-VN" dirty="0"/>
              <a:t>Nhân viên </a:t>
            </a:r>
            <a:r>
              <a:rPr lang="vi-VN" dirty="0" err="1"/>
              <a:t>bán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  <a:p>
            <a:r>
              <a:rPr lang="vi-VN" dirty="0" err="1"/>
              <a:t>Khách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952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F4E1-A1B7-4A92-8639-49A56843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Yêu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đối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819AE-F549-430A-8C82-0A8E6B1A6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Chủ</a:t>
            </a:r>
            <a:r>
              <a:rPr lang="vi-VN" dirty="0"/>
              <a:t> </a:t>
            </a:r>
            <a:r>
              <a:rPr lang="vi-VN" dirty="0" err="1"/>
              <a:t>cửa</a:t>
            </a:r>
            <a:r>
              <a:rPr lang="vi-VN" dirty="0"/>
              <a:t> </a:t>
            </a:r>
            <a:r>
              <a:rPr lang="vi-VN" dirty="0" err="1"/>
              <a:t>hàng</a:t>
            </a:r>
            <a:r>
              <a:rPr lang="vi-VN" dirty="0"/>
              <a:t>:</a:t>
            </a:r>
          </a:p>
          <a:p>
            <a:pPr lvl="1"/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  <a:p>
            <a:pPr lvl="1"/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thông tin </a:t>
            </a:r>
            <a:r>
              <a:rPr lang="vi-VN" dirty="0" err="1"/>
              <a:t>sản</a:t>
            </a:r>
            <a:r>
              <a:rPr lang="vi-VN" dirty="0"/>
              <a:t> </a:t>
            </a:r>
            <a:r>
              <a:rPr lang="vi-VN" dirty="0" err="1"/>
              <a:t>phẩm</a:t>
            </a:r>
            <a:endParaRPr lang="vi-VN" dirty="0"/>
          </a:p>
          <a:p>
            <a:pPr lvl="1"/>
            <a:r>
              <a:rPr lang="vi-VN" dirty="0"/>
              <a:t>Doanh </a:t>
            </a:r>
            <a:r>
              <a:rPr lang="vi-VN" dirty="0" err="1"/>
              <a:t>số</a:t>
            </a:r>
            <a:r>
              <a:rPr lang="vi-VN" dirty="0"/>
              <a:t> </a:t>
            </a:r>
            <a:r>
              <a:rPr lang="vi-VN" dirty="0" err="1"/>
              <a:t>bán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052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31D5-7DD8-4F42-95CE-FB7C5B439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Yêu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đối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278B-090E-4802-A8A1-B6C3621C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Nhân viên:</a:t>
            </a:r>
          </a:p>
          <a:p>
            <a:pPr lvl="1"/>
            <a:r>
              <a:rPr lang="vi-VN" dirty="0" err="1"/>
              <a:t>Dễ</a:t>
            </a:r>
            <a:r>
              <a:rPr lang="vi-VN" dirty="0"/>
              <a:t> </a:t>
            </a:r>
            <a:r>
              <a:rPr lang="vi-VN" dirty="0" err="1"/>
              <a:t>dàng</a:t>
            </a:r>
            <a:r>
              <a:rPr lang="vi-VN" dirty="0"/>
              <a:t> 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hoạt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nghiệp</a:t>
            </a:r>
            <a:r>
              <a:rPr lang="vi-VN" dirty="0"/>
              <a:t> </a:t>
            </a:r>
            <a:r>
              <a:rPr lang="vi-VN" dirty="0" err="1"/>
              <a:t>vụ</a:t>
            </a:r>
            <a:endParaRPr lang="vi-VN" dirty="0"/>
          </a:p>
          <a:p>
            <a:pPr lvl="1"/>
            <a:r>
              <a:rPr lang="vi-VN" dirty="0" err="1"/>
              <a:t>Nắm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thông tin </a:t>
            </a:r>
            <a:r>
              <a:rPr lang="vi-VN" dirty="0" err="1"/>
              <a:t>về</a:t>
            </a:r>
            <a:r>
              <a:rPr lang="vi-VN" dirty="0"/>
              <a:t> </a:t>
            </a:r>
            <a:r>
              <a:rPr lang="vi-VN" dirty="0" err="1"/>
              <a:t>khách</a:t>
            </a:r>
            <a:r>
              <a:rPr lang="vi-VN" dirty="0"/>
              <a:t> </a:t>
            </a:r>
            <a:r>
              <a:rPr lang="vi-VN" dirty="0" err="1"/>
              <a:t>hàng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sản</a:t>
            </a:r>
            <a:r>
              <a:rPr lang="vi-VN" dirty="0"/>
              <a:t> </a:t>
            </a:r>
            <a:r>
              <a:rPr lang="vi-VN" dirty="0" err="1"/>
              <a:t>phẩm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54625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3CAD-C138-4AC1-BF13-950D2915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Yêu </a:t>
            </a:r>
            <a:r>
              <a:rPr lang="vi-VN" dirty="0" err="1"/>
              <a:t>cầu</a:t>
            </a:r>
            <a:r>
              <a:rPr lang="vi-VN" dirty="0"/>
              <a:t> </a:t>
            </a:r>
            <a:r>
              <a:rPr lang="vi-VN" dirty="0" err="1"/>
              <a:t>đối</a:t>
            </a:r>
            <a:r>
              <a:rPr lang="vi-VN" dirty="0"/>
              <a:t> </a:t>
            </a:r>
            <a:r>
              <a:rPr lang="vi-VN" dirty="0" err="1"/>
              <a:t>với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04905-F42D-458D-BC15-7BF596ABE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Khách</a:t>
            </a:r>
            <a:r>
              <a:rPr lang="vi-VN" dirty="0"/>
              <a:t> </a:t>
            </a:r>
            <a:r>
              <a:rPr lang="vi-VN" dirty="0" err="1"/>
              <a:t>hàng</a:t>
            </a:r>
            <a:endParaRPr lang="vi-VN" dirty="0"/>
          </a:p>
          <a:p>
            <a:pPr lvl="1"/>
            <a:r>
              <a:rPr lang="vi-VN" dirty="0"/>
              <a:t>Mua </a:t>
            </a:r>
            <a:r>
              <a:rPr lang="vi-VN" dirty="0" err="1"/>
              <a:t>hàng</a:t>
            </a:r>
            <a:r>
              <a:rPr lang="vi-VN" dirty="0"/>
              <a:t> </a:t>
            </a:r>
            <a:r>
              <a:rPr lang="vi-VN" dirty="0" err="1"/>
              <a:t>dễ</a:t>
            </a:r>
            <a:r>
              <a:rPr lang="vi-VN" dirty="0"/>
              <a:t> </a:t>
            </a:r>
            <a:r>
              <a:rPr lang="vi-VN" dirty="0" err="1"/>
              <a:t>dàng</a:t>
            </a:r>
            <a:endParaRPr lang="vi-VN" dirty="0"/>
          </a:p>
          <a:p>
            <a:pPr lvl="1"/>
            <a:r>
              <a:rPr lang="vi-VN" dirty="0"/>
              <a:t>Xem </a:t>
            </a:r>
            <a:r>
              <a:rPr lang="vi-VN" dirty="0" err="1"/>
              <a:t>trước</a:t>
            </a:r>
            <a:r>
              <a:rPr lang="vi-VN" dirty="0"/>
              <a:t> thông tin </a:t>
            </a:r>
            <a:r>
              <a:rPr lang="vi-VN" dirty="0" err="1"/>
              <a:t>sản</a:t>
            </a:r>
            <a:r>
              <a:rPr lang="vi-VN" dirty="0"/>
              <a:t> </a:t>
            </a:r>
            <a:r>
              <a:rPr lang="vi-VN" dirty="0" err="1"/>
              <a:t>phẩm</a:t>
            </a:r>
            <a:endParaRPr lang="vi-VN" dirty="0"/>
          </a:p>
          <a:p>
            <a:pPr lvl="1"/>
            <a:r>
              <a:rPr lang="vi-VN" dirty="0"/>
              <a:t>Thanh toan </a:t>
            </a:r>
            <a:r>
              <a:rPr lang="vi-VN" dirty="0" err="1"/>
              <a:t>dễ</a:t>
            </a:r>
            <a:r>
              <a:rPr lang="vi-VN" dirty="0"/>
              <a:t> </a:t>
            </a:r>
            <a:r>
              <a:rPr lang="vi-VN" dirty="0" err="1"/>
              <a:t>dàng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85499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D1C9-4B49-4472-9AD5-3DAD04EF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427" y="-143691"/>
            <a:ext cx="10018713" cy="736810"/>
          </a:xfrm>
        </p:spPr>
        <p:txBody>
          <a:bodyPr/>
          <a:lstStyle/>
          <a:p>
            <a:r>
              <a:rPr lang="vi-VN" dirty="0" err="1"/>
              <a:t>Use-case</a:t>
            </a:r>
            <a:r>
              <a:rPr lang="vi-VN" dirty="0"/>
              <a:t>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26B1D-E722-4961-8657-EBFBF8C48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807" y="593119"/>
            <a:ext cx="6632581" cy="6252492"/>
          </a:xfrm>
        </p:spPr>
      </p:pic>
    </p:spTree>
    <p:extLst>
      <p:ext uri="{BB962C8B-B14F-4D97-AF65-F5344CB8AC3E}">
        <p14:creationId xmlns:p14="http://schemas.microsoft.com/office/powerpoint/2010/main" val="3476630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51</TotalTime>
  <Words>160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Hệ thống bán linh kiện máy tính</vt:lpstr>
      <vt:lpstr>Giới thiệu</vt:lpstr>
      <vt:lpstr>Đối tượng chính tham gia vào hệ thống</vt:lpstr>
      <vt:lpstr>Yêu cầu đối với hệ thống</vt:lpstr>
      <vt:lpstr>Yêu cầu đối với hệ thống</vt:lpstr>
      <vt:lpstr>Yêu cầu đối với hệ thống</vt:lpstr>
      <vt:lpstr>Use-case hệ thống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bán linh kiện máy tính</dc:title>
  <dc:creator>Minh Tâm Phạm</dc:creator>
  <cp:lastModifiedBy>Minh Tâm Phạm</cp:lastModifiedBy>
  <cp:revision>7</cp:revision>
  <dcterms:created xsi:type="dcterms:W3CDTF">2018-03-03T02:03:00Z</dcterms:created>
  <dcterms:modified xsi:type="dcterms:W3CDTF">2018-03-03T02:54:24Z</dcterms:modified>
</cp:coreProperties>
</file>