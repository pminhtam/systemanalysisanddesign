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0" r:id="rId10"/>
    <p:sldId id="272" r:id="rId11"/>
    <p:sldId id="265" r:id="rId12"/>
    <p:sldId id="264" r:id="rId13"/>
    <p:sldId id="266" r:id="rId14"/>
    <p:sldId id="267" r:id="rId15"/>
    <p:sldId id="268" r:id="rId16"/>
    <p:sldId id="269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671F1E3-4E99-40C0-9C74-0CDCBEFDAE6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70"/>
            <p14:sldId id="272"/>
            <p14:sldId id="265"/>
            <p14:sldId id="264"/>
            <p14:sldId id="266"/>
            <p14:sldId id="267"/>
            <p14:sldId id="268"/>
            <p14:sldId id="269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59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0D4ED-DCFE-4236-BB86-66C5A593A3E0}" type="datetimeFigureOut">
              <a:rPr lang="vi-VN" smtClean="0"/>
              <a:t>04/03/2018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171D4-432F-48A2-8C76-458D75C07E5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04046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0D4ED-DCFE-4236-BB86-66C5A593A3E0}" type="datetimeFigureOut">
              <a:rPr lang="vi-VN" smtClean="0"/>
              <a:t>04/03/2018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A27171D4-432F-48A2-8C76-458D75C07E5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81680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0D4ED-DCFE-4236-BB86-66C5A593A3E0}" type="datetimeFigureOut">
              <a:rPr lang="vi-VN" smtClean="0"/>
              <a:t>04/03/2018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171D4-432F-48A2-8C76-458D75C07E5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03865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0D4ED-DCFE-4236-BB86-66C5A593A3E0}" type="datetimeFigureOut">
              <a:rPr lang="vi-VN" smtClean="0"/>
              <a:t>04/03/2018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171D4-432F-48A2-8C76-458D75C07E5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292762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0D4ED-DCFE-4236-BB86-66C5A593A3E0}" type="datetimeFigureOut">
              <a:rPr lang="vi-VN" smtClean="0"/>
              <a:t>04/03/2018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171D4-432F-48A2-8C76-458D75C07E5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913690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0D4ED-DCFE-4236-BB86-66C5A593A3E0}" type="datetimeFigureOut">
              <a:rPr lang="vi-VN" smtClean="0"/>
              <a:t>04/03/2018</a:t>
            </a:fld>
            <a:endParaRPr lang="vi-V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171D4-432F-48A2-8C76-458D75C07E5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25758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0D4ED-DCFE-4236-BB86-66C5A593A3E0}" type="datetimeFigureOut">
              <a:rPr lang="vi-VN" smtClean="0"/>
              <a:t>04/03/2018</a:t>
            </a:fld>
            <a:endParaRPr lang="vi-V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171D4-432F-48A2-8C76-458D75C07E5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06403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0D4ED-DCFE-4236-BB86-66C5A593A3E0}" type="datetimeFigureOut">
              <a:rPr lang="vi-VN" smtClean="0"/>
              <a:t>04/03/2018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171D4-432F-48A2-8C76-458D75C07E5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73289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0D4ED-DCFE-4236-BB86-66C5A593A3E0}" type="datetimeFigureOut">
              <a:rPr lang="vi-VN" smtClean="0"/>
              <a:t>04/03/2018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171D4-432F-48A2-8C76-458D75C07E5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03232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0D4ED-DCFE-4236-BB86-66C5A593A3E0}" type="datetimeFigureOut">
              <a:rPr lang="vi-VN" smtClean="0"/>
              <a:t>04/03/2018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171D4-432F-48A2-8C76-458D75C07E5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05613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0D4ED-DCFE-4236-BB86-66C5A593A3E0}" type="datetimeFigureOut">
              <a:rPr lang="vi-VN" smtClean="0"/>
              <a:t>04/03/2018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171D4-432F-48A2-8C76-458D75C07E5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798631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0D4ED-DCFE-4236-BB86-66C5A593A3E0}" type="datetimeFigureOut">
              <a:rPr lang="vi-VN" smtClean="0"/>
              <a:t>04/03/2018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171D4-432F-48A2-8C76-458D75C07E5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098496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0D4ED-DCFE-4236-BB86-66C5A593A3E0}" type="datetimeFigureOut">
              <a:rPr lang="vi-VN" smtClean="0"/>
              <a:t>04/03/2018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171D4-432F-48A2-8C76-458D75C07E5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391628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0D4ED-DCFE-4236-BB86-66C5A593A3E0}" type="datetimeFigureOut">
              <a:rPr lang="vi-VN" smtClean="0"/>
              <a:t>04/03/2018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171D4-432F-48A2-8C76-458D75C07E5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323977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0D4ED-DCFE-4236-BB86-66C5A593A3E0}" type="datetimeFigureOut">
              <a:rPr lang="vi-VN" smtClean="0"/>
              <a:t>04/03/2018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171D4-432F-48A2-8C76-458D75C07E5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228059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0D4ED-DCFE-4236-BB86-66C5A593A3E0}" type="datetimeFigureOut">
              <a:rPr lang="vi-VN" smtClean="0"/>
              <a:t>04/03/2018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171D4-432F-48A2-8C76-458D75C07E5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050756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0D4ED-DCFE-4236-BB86-66C5A593A3E0}" type="datetimeFigureOut">
              <a:rPr lang="vi-VN" smtClean="0"/>
              <a:t>04/03/2018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171D4-432F-48A2-8C76-458D75C07E5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25355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A0B0D4ED-DCFE-4236-BB86-66C5A593A3E0}" type="datetimeFigureOut">
              <a:rPr lang="vi-VN" smtClean="0"/>
              <a:t>04/03/2018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A27171D4-432F-48A2-8C76-458D75C07E5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79051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82299-771E-4103-90F0-F98430710B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bán</a:t>
            </a:r>
            <a:r>
              <a:rPr lang="en-US" dirty="0"/>
              <a:t> </a:t>
            </a:r>
            <a:r>
              <a:rPr lang="en-US" dirty="0" err="1"/>
              <a:t>linh</a:t>
            </a:r>
            <a:r>
              <a:rPr lang="en-US" dirty="0"/>
              <a:t> </a:t>
            </a:r>
            <a:r>
              <a:rPr lang="en-US" dirty="0" err="1"/>
              <a:t>kiện</a:t>
            </a:r>
            <a:r>
              <a:rPr lang="en-US" dirty="0"/>
              <a:t> </a:t>
            </a:r>
            <a:r>
              <a:rPr lang="en-US" dirty="0" err="1"/>
              <a:t>máy</a:t>
            </a:r>
            <a:r>
              <a:rPr lang="en-US" dirty="0"/>
              <a:t> </a:t>
            </a:r>
            <a:r>
              <a:rPr lang="en-US" dirty="0" err="1"/>
              <a:t>tính</a:t>
            </a:r>
            <a:endParaRPr lang="vi-V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A31668-87A0-4A64-8014-25032BB84B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98080" y="3996267"/>
            <a:ext cx="4004942" cy="1388534"/>
          </a:xfrm>
        </p:spPr>
        <p:txBody>
          <a:bodyPr>
            <a:normAutofit fontScale="85000" lnSpcReduction="20000"/>
          </a:bodyPr>
          <a:lstStyle/>
          <a:p>
            <a:r>
              <a:rPr lang="en-US" dirty="0" err="1"/>
              <a:t>Nhóm</a:t>
            </a:r>
            <a:r>
              <a:rPr lang="en-US" dirty="0"/>
              <a:t> 2: </a:t>
            </a:r>
            <a:r>
              <a:rPr lang="en-US" dirty="0" err="1"/>
              <a:t>Nguyễn</a:t>
            </a:r>
            <a:r>
              <a:rPr lang="en-US" dirty="0"/>
              <a:t> </a:t>
            </a:r>
            <a:r>
              <a:rPr lang="en-US" dirty="0" err="1"/>
              <a:t>Hồng</a:t>
            </a:r>
            <a:r>
              <a:rPr lang="en-US" dirty="0"/>
              <a:t> </a:t>
            </a:r>
            <a:r>
              <a:rPr lang="en-US" dirty="0" err="1"/>
              <a:t>Ngọc</a:t>
            </a:r>
            <a:endParaRPr lang="en-US" dirty="0"/>
          </a:p>
          <a:p>
            <a:r>
              <a:rPr lang="en-US" dirty="0" err="1"/>
              <a:t>Nguyễn</a:t>
            </a:r>
            <a:r>
              <a:rPr lang="en-US" dirty="0"/>
              <a:t> Quang </a:t>
            </a:r>
            <a:r>
              <a:rPr lang="en-US" dirty="0" err="1"/>
              <a:t>Huy</a:t>
            </a:r>
            <a:endParaRPr lang="en-US" dirty="0"/>
          </a:p>
          <a:p>
            <a:r>
              <a:rPr lang="en-US" dirty="0"/>
              <a:t>	</a:t>
            </a:r>
            <a:r>
              <a:rPr lang="en-US" dirty="0" err="1"/>
              <a:t>Tống</a:t>
            </a:r>
            <a:r>
              <a:rPr lang="en-US" dirty="0"/>
              <a:t> </a:t>
            </a:r>
            <a:r>
              <a:rPr lang="en-US" dirty="0" err="1"/>
              <a:t>Văn</a:t>
            </a:r>
            <a:r>
              <a:rPr lang="en-US" dirty="0"/>
              <a:t> Vinh</a:t>
            </a:r>
          </a:p>
          <a:p>
            <a:r>
              <a:rPr lang="en-US" dirty="0"/>
              <a:t>Phạm Minh Tâm</a:t>
            </a:r>
          </a:p>
        </p:txBody>
      </p:sp>
    </p:spTree>
    <p:extLst>
      <p:ext uri="{BB962C8B-B14F-4D97-AF65-F5344CB8AC3E}">
        <p14:creationId xmlns:p14="http://schemas.microsoft.com/office/powerpoint/2010/main" val="2836680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B1F1A-D169-461A-85D5-415EC349D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Giới</a:t>
            </a:r>
            <a:r>
              <a:rPr lang="en-US" dirty="0"/>
              <a:t> </a:t>
            </a:r>
            <a:r>
              <a:rPr lang="en-US" dirty="0" err="1"/>
              <a:t>thiệu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A8547-4951-4323-9F9E-071729293E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giúp</a:t>
            </a:r>
            <a:r>
              <a:rPr lang="en-US" dirty="0"/>
              <a:t> </a:t>
            </a:r>
            <a:r>
              <a:rPr lang="en-US" dirty="0" err="1"/>
              <a:t>cửa</a:t>
            </a:r>
            <a:r>
              <a:rPr lang="en-US" dirty="0"/>
              <a:t> </a:t>
            </a:r>
            <a:r>
              <a:rPr lang="en-US" dirty="0" err="1"/>
              <a:t>hàng</a:t>
            </a:r>
            <a:r>
              <a:rPr lang="en-US" dirty="0"/>
              <a:t>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hiệu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h</a:t>
            </a:r>
            <a:r>
              <a:rPr lang="vi-VN" dirty="0"/>
              <a:t>ơ</a:t>
            </a:r>
            <a:r>
              <a:rPr lang="en-US" dirty="0"/>
              <a:t>n</a:t>
            </a:r>
          </a:p>
          <a:p>
            <a:r>
              <a:rPr lang="en-US" dirty="0"/>
              <a:t>Ng</a:t>
            </a:r>
            <a:r>
              <a:rPr lang="vi-VN" dirty="0" err="1"/>
              <a:t>ười</a:t>
            </a:r>
            <a:r>
              <a:rPr lang="vi-VN" dirty="0"/>
              <a:t> mua </a:t>
            </a:r>
            <a:r>
              <a:rPr lang="vi-VN" dirty="0" err="1"/>
              <a:t>hàng</a:t>
            </a:r>
            <a:r>
              <a:rPr lang="vi-VN" dirty="0"/>
              <a:t> </a:t>
            </a:r>
            <a:r>
              <a:rPr lang="vi-VN" dirty="0" err="1"/>
              <a:t>dễ</a:t>
            </a:r>
            <a:r>
              <a:rPr lang="vi-VN" dirty="0"/>
              <a:t> </a:t>
            </a:r>
            <a:r>
              <a:rPr lang="vi-VN" dirty="0" err="1"/>
              <a:t>dàng</a:t>
            </a:r>
            <a:r>
              <a:rPr lang="vi-VN" dirty="0"/>
              <a:t> </a:t>
            </a:r>
            <a:r>
              <a:rPr lang="vi-VN" dirty="0" err="1"/>
              <a:t>lựa</a:t>
            </a:r>
            <a:r>
              <a:rPr lang="vi-VN" dirty="0"/>
              <a:t> </a:t>
            </a:r>
            <a:r>
              <a:rPr lang="vi-VN" dirty="0" err="1"/>
              <a:t>chọn</a:t>
            </a:r>
            <a:r>
              <a:rPr lang="vi-VN" dirty="0"/>
              <a:t> </a:t>
            </a:r>
            <a:r>
              <a:rPr lang="vi-VN" dirty="0" err="1"/>
              <a:t>sản</a:t>
            </a:r>
            <a:r>
              <a:rPr lang="vi-VN" dirty="0"/>
              <a:t> </a:t>
            </a:r>
            <a:r>
              <a:rPr lang="vi-VN" dirty="0" err="1"/>
              <a:t>phẩm</a:t>
            </a:r>
            <a:endParaRPr lang="vi-VN" dirty="0"/>
          </a:p>
          <a:p>
            <a:r>
              <a:rPr lang="vi-VN" dirty="0" err="1"/>
              <a:t>Hỗ</a:t>
            </a:r>
            <a:r>
              <a:rPr lang="vi-VN" dirty="0"/>
              <a:t> </a:t>
            </a:r>
            <a:r>
              <a:rPr lang="vi-VN" dirty="0" err="1"/>
              <a:t>trợ</a:t>
            </a:r>
            <a:r>
              <a:rPr lang="vi-VN" dirty="0"/>
              <a:t> nhân viên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chủ</a:t>
            </a:r>
            <a:r>
              <a:rPr lang="vi-VN" dirty="0"/>
              <a:t> </a:t>
            </a:r>
            <a:r>
              <a:rPr lang="vi-VN" dirty="0" err="1"/>
              <a:t>của</a:t>
            </a:r>
            <a:r>
              <a:rPr lang="vi-VN" dirty="0"/>
              <a:t> </a:t>
            </a:r>
            <a:r>
              <a:rPr lang="vi-VN" dirty="0" err="1"/>
              <a:t>hàng</a:t>
            </a:r>
            <a:r>
              <a:rPr lang="vi-VN" dirty="0"/>
              <a:t> </a:t>
            </a:r>
            <a:r>
              <a:rPr lang="vi-VN" dirty="0" err="1"/>
              <a:t>thực</a:t>
            </a:r>
            <a:r>
              <a:rPr lang="vi-VN" dirty="0"/>
              <a:t> </a:t>
            </a:r>
            <a:r>
              <a:rPr lang="vi-VN" dirty="0" err="1"/>
              <a:t>hiện</a:t>
            </a:r>
            <a:r>
              <a:rPr lang="vi-VN" dirty="0"/>
              <a:t> </a:t>
            </a:r>
            <a:r>
              <a:rPr lang="vi-VN" dirty="0" err="1"/>
              <a:t>các</a:t>
            </a:r>
            <a:r>
              <a:rPr lang="vi-VN" dirty="0"/>
              <a:t> </a:t>
            </a:r>
            <a:r>
              <a:rPr lang="vi-VN" dirty="0" err="1"/>
              <a:t>hoạt</a:t>
            </a:r>
            <a:r>
              <a:rPr lang="vi-VN" dirty="0"/>
              <a:t> </a:t>
            </a:r>
            <a:r>
              <a:rPr lang="vi-VN" dirty="0" err="1"/>
              <a:t>động</a:t>
            </a:r>
            <a:r>
              <a:rPr lang="vi-VN" dirty="0"/>
              <a:t> </a:t>
            </a:r>
            <a:r>
              <a:rPr lang="vi-VN" dirty="0" err="1"/>
              <a:t>nghiệp</a:t>
            </a:r>
            <a:r>
              <a:rPr lang="vi-VN" dirty="0"/>
              <a:t> </a:t>
            </a:r>
            <a:r>
              <a:rPr lang="vi-VN" dirty="0" err="1"/>
              <a:t>vụ</a:t>
            </a:r>
            <a:endParaRPr lang="vi-VN" dirty="0"/>
          </a:p>
          <a:p>
            <a:r>
              <a:rPr lang="vi-VN" dirty="0" err="1"/>
              <a:t>Tối</a:t>
            </a:r>
            <a:r>
              <a:rPr lang="vi-VN" dirty="0"/>
              <a:t> ưu </a:t>
            </a:r>
            <a:r>
              <a:rPr lang="vi-VN" dirty="0" err="1"/>
              <a:t>hóa</a:t>
            </a:r>
            <a:r>
              <a:rPr lang="vi-VN" dirty="0"/>
              <a:t> </a:t>
            </a:r>
            <a:r>
              <a:rPr lang="vi-VN" dirty="0" err="1"/>
              <a:t>lợi</a:t>
            </a:r>
            <a:r>
              <a:rPr lang="vi-VN" dirty="0"/>
              <a:t> </a:t>
            </a:r>
            <a:r>
              <a:rPr lang="vi-VN" dirty="0" err="1"/>
              <a:t>nhuận</a:t>
            </a:r>
            <a:r>
              <a:rPr lang="vi-VN" dirty="0"/>
              <a:t> cho </a:t>
            </a:r>
            <a:r>
              <a:rPr lang="vi-VN" dirty="0" err="1"/>
              <a:t>cửa</a:t>
            </a:r>
            <a:r>
              <a:rPr lang="vi-VN" dirty="0"/>
              <a:t> </a:t>
            </a:r>
            <a:r>
              <a:rPr lang="vi-VN" dirty="0" err="1"/>
              <a:t>hàng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601822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44764-FFA5-408C-9D01-AD6D7976A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 err="1"/>
              <a:t>Đối</a:t>
            </a:r>
            <a:r>
              <a:rPr lang="vi-VN" dirty="0"/>
              <a:t> </a:t>
            </a:r>
            <a:r>
              <a:rPr lang="vi-VN" dirty="0" err="1"/>
              <a:t>tượng</a:t>
            </a:r>
            <a:r>
              <a:rPr lang="vi-VN" dirty="0"/>
              <a:t> </a:t>
            </a:r>
            <a:r>
              <a:rPr lang="vi-VN" dirty="0" err="1"/>
              <a:t>chính</a:t>
            </a:r>
            <a:r>
              <a:rPr lang="vi-VN" dirty="0"/>
              <a:t> tham gia </a:t>
            </a:r>
            <a:r>
              <a:rPr lang="vi-VN" dirty="0" err="1"/>
              <a:t>vào</a:t>
            </a:r>
            <a:r>
              <a:rPr lang="vi-VN" dirty="0"/>
              <a:t> </a:t>
            </a:r>
            <a:r>
              <a:rPr lang="vi-VN" dirty="0" err="1"/>
              <a:t>hệ</a:t>
            </a:r>
            <a:r>
              <a:rPr lang="vi-VN" dirty="0"/>
              <a:t> </a:t>
            </a:r>
            <a:r>
              <a:rPr lang="vi-VN" dirty="0" err="1"/>
              <a:t>thống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AC2E9-5A7F-48BC-B31F-FB4F9D4EA8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 err="1"/>
              <a:t>Chủ</a:t>
            </a:r>
            <a:r>
              <a:rPr lang="vi-VN" dirty="0"/>
              <a:t> </a:t>
            </a:r>
            <a:r>
              <a:rPr lang="vi-VN" dirty="0" err="1"/>
              <a:t>cửa</a:t>
            </a:r>
            <a:r>
              <a:rPr lang="vi-VN" dirty="0"/>
              <a:t> </a:t>
            </a:r>
            <a:r>
              <a:rPr lang="vi-VN" dirty="0" err="1"/>
              <a:t>hàng</a:t>
            </a:r>
            <a:endParaRPr lang="vi-VN" dirty="0"/>
          </a:p>
          <a:p>
            <a:r>
              <a:rPr lang="vi-VN" dirty="0"/>
              <a:t>Nhân viên </a:t>
            </a:r>
            <a:r>
              <a:rPr lang="vi-VN" dirty="0" err="1"/>
              <a:t>bán</a:t>
            </a:r>
            <a:r>
              <a:rPr lang="vi-VN" dirty="0"/>
              <a:t> </a:t>
            </a:r>
            <a:r>
              <a:rPr lang="vi-VN" dirty="0" err="1"/>
              <a:t>hàng</a:t>
            </a:r>
            <a:endParaRPr lang="vi-VN" dirty="0"/>
          </a:p>
          <a:p>
            <a:r>
              <a:rPr lang="vi-VN" dirty="0" err="1"/>
              <a:t>Khách</a:t>
            </a:r>
            <a:r>
              <a:rPr lang="vi-VN" dirty="0"/>
              <a:t> </a:t>
            </a:r>
            <a:r>
              <a:rPr lang="vi-VN" dirty="0" err="1"/>
              <a:t>hàng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79524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FF4E1-A1B7-4A92-8639-49A56843E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Yêu </a:t>
            </a:r>
            <a:r>
              <a:rPr lang="vi-VN" dirty="0" err="1"/>
              <a:t>cầu</a:t>
            </a:r>
            <a:r>
              <a:rPr lang="vi-VN" dirty="0"/>
              <a:t> </a:t>
            </a:r>
            <a:r>
              <a:rPr lang="vi-VN" dirty="0" err="1"/>
              <a:t>đối</a:t>
            </a:r>
            <a:r>
              <a:rPr lang="vi-VN" dirty="0"/>
              <a:t> </a:t>
            </a:r>
            <a:r>
              <a:rPr lang="vi-VN" dirty="0" err="1"/>
              <a:t>với</a:t>
            </a:r>
            <a:r>
              <a:rPr lang="vi-VN" dirty="0"/>
              <a:t> </a:t>
            </a:r>
            <a:r>
              <a:rPr lang="vi-VN" dirty="0" err="1"/>
              <a:t>hệ</a:t>
            </a:r>
            <a:r>
              <a:rPr lang="vi-VN" dirty="0"/>
              <a:t> </a:t>
            </a:r>
            <a:r>
              <a:rPr lang="vi-VN" dirty="0" err="1"/>
              <a:t>thống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819AE-F549-430A-8C82-0A8E6B1A69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 err="1"/>
              <a:t>Chủ</a:t>
            </a:r>
            <a:r>
              <a:rPr lang="vi-VN" dirty="0"/>
              <a:t> </a:t>
            </a:r>
            <a:r>
              <a:rPr lang="vi-VN" dirty="0" err="1"/>
              <a:t>cửa</a:t>
            </a:r>
            <a:r>
              <a:rPr lang="vi-VN" dirty="0"/>
              <a:t> </a:t>
            </a:r>
            <a:r>
              <a:rPr lang="vi-VN" dirty="0" err="1"/>
              <a:t>hàng</a:t>
            </a:r>
            <a:r>
              <a:rPr lang="vi-VN" dirty="0"/>
              <a:t>:</a:t>
            </a:r>
          </a:p>
          <a:p>
            <a:pPr lvl="1"/>
            <a:r>
              <a:rPr lang="vi-VN" dirty="0" err="1"/>
              <a:t>Quản</a:t>
            </a:r>
            <a:r>
              <a:rPr lang="vi-VN" dirty="0"/>
              <a:t> </a:t>
            </a:r>
            <a:r>
              <a:rPr lang="vi-VN" dirty="0" err="1"/>
              <a:t>lý</a:t>
            </a:r>
            <a:r>
              <a:rPr lang="vi-VN" dirty="0"/>
              <a:t> </a:t>
            </a:r>
            <a:r>
              <a:rPr lang="vi-VN" dirty="0" err="1"/>
              <a:t>hoạt</a:t>
            </a:r>
            <a:r>
              <a:rPr lang="vi-VN" dirty="0"/>
              <a:t> </a:t>
            </a:r>
            <a:r>
              <a:rPr lang="vi-VN" dirty="0" err="1"/>
              <a:t>động</a:t>
            </a:r>
            <a:r>
              <a:rPr lang="vi-VN" dirty="0"/>
              <a:t> </a:t>
            </a:r>
            <a:r>
              <a:rPr lang="vi-VN" dirty="0" err="1"/>
              <a:t>của</a:t>
            </a:r>
            <a:r>
              <a:rPr lang="vi-VN" dirty="0"/>
              <a:t> </a:t>
            </a:r>
            <a:r>
              <a:rPr lang="vi-VN" dirty="0" err="1"/>
              <a:t>của</a:t>
            </a:r>
            <a:r>
              <a:rPr lang="vi-VN" dirty="0"/>
              <a:t> </a:t>
            </a:r>
            <a:r>
              <a:rPr lang="vi-VN" dirty="0" err="1"/>
              <a:t>hàng</a:t>
            </a:r>
            <a:endParaRPr lang="vi-VN" dirty="0"/>
          </a:p>
          <a:p>
            <a:pPr lvl="1"/>
            <a:r>
              <a:rPr lang="vi-VN" dirty="0" err="1"/>
              <a:t>Quản</a:t>
            </a:r>
            <a:r>
              <a:rPr lang="vi-VN" dirty="0"/>
              <a:t> </a:t>
            </a:r>
            <a:r>
              <a:rPr lang="vi-VN" dirty="0" err="1"/>
              <a:t>lý</a:t>
            </a:r>
            <a:r>
              <a:rPr lang="vi-VN" dirty="0"/>
              <a:t> thông tin </a:t>
            </a:r>
            <a:r>
              <a:rPr lang="vi-VN" dirty="0" err="1"/>
              <a:t>sản</a:t>
            </a:r>
            <a:r>
              <a:rPr lang="vi-VN" dirty="0"/>
              <a:t> </a:t>
            </a:r>
            <a:r>
              <a:rPr lang="vi-VN" dirty="0" err="1"/>
              <a:t>phẩm</a:t>
            </a:r>
            <a:endParaRPr lang="vi-VN" dirty="0"/>
          </a:p>
          <a:p>
            <a:pPr lvl="1"/>
            <a:r>
              <a:rPr lang="vi-VN" dirty="0"/>
              <a:t>Doanh </a:t>
            </a:r>
            <a:r>
              <a:rPr lang="vi-VN" dirty="0" err="1"/>
              <a:t>số</a:t>
            </a:r>
            <a:r>
              <a:rPr lang="vi-VN" dirty="0"/>
              <a:t> </a:t>
            </a:r>
            <a:r>
              <a:rPr lang="vi-VN" dirty="0" err="1"/>
              <a:t>bán</a:t>
            </a:r>
            <a:r>
              <a:rPr lang="vi-VN" dirty="0"/>
              <a:t> </a:t>
            </a:r>
            <a:r>
              <a:rPr lang="vi-VN" dirty="0" err="1"/>
              <a:t>hàng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830529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431D5-7DD8-4F42-95CE-FB7C5B439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Yêu </a:t>
            </a:r>
            <a:r>
              <a:rPr lang="vi-VN" dirty="0" err="1"/>
              <a:t>cầu</a:t>
            </a:r>
            <a:r>
              <a:rPr lang="vi-VN" dirty="0"/>
              <a:t> </a:t>
            </a:r>
            <a:r>
              <a:rPr lang="vi-VN" dirty="0" err="1"/>
              <a:t>đối</a:t>
            </a:r>
            <a:r>
              <a:rPr lang="vi-VN" dirty="0"/>
              <a:t> </a:t>
            </a:r>
            <a:r>
              <a:rPr lang="vi-VN" dirty="0" err="1"/>
              <a:t>với</a:t>
            </a:r>
            <a:r>
              <a:rPr lang="vi-VN" dirty="0"/>
              <a:t> </a:t>
            </a:r>
            <a:r>
              <a:rPr lang="vi-VN" dirty="0" err="1"/>
              <a:t>hệ</a:t>
            </a:r>
            <a:r>
              <a:rPr lang="vi-VN" dirty="0"/>
              <a:t> </a:t>
            </a:r>
            <a:r>
              <a:rPr lang="vi-VN" dirty="0" err="1"/>
              <a:t>thống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D278B-090E-4802-A8A1-B6C3621CFE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Nhân viên:</a:t>
            </a:r>
          </a:p>
          <a:p>
            <a:pPr lvl="1"/>
            <a:r>
              <a:rPr lang="vi-VN" dirty="0" err="1"/>
              <a:t>Dễ</a:t>
            </a:r>
            <a:r>
              <a:rPr lang="vi-VN" dirty="0"/>
              <a:t> </a:t>
            </a:r>
            <a:r>
              <a:rPr lang="vi-VN" dirty="0" err="1"/>
              <a:t>dàng</a:t>
            </a:r>
            <a:r>
              <a:rPr lang="vi-VN" dirty="0"/>
              <a:t> </a:t>
            </a:r>
            <a:r>
              <a:rPr lang="vi-VN" dirty="0" err="1"/>
              <a:t>thực</a:t>
            </a:r>
            <a:r>
              <a:rPr lang="vi-VN" dirty="0"/>
              <a:t> </a:t>
            </a:r>
            <a:r>
              <a:rPr lang="vi-VN" dirty="0" err="1"/>
              <a:t>hiện</a:t>
            </a:r>
            <a:r>
              <a:rPr lang="vi-VN" dirty="0"/>
              <a:t> </a:t>
            </a:r>
            <a:r>
              <a:rPr lang="vi-VN" dirty="0" err="1"/>
              <a:t>các</a:t>
            </a:r>
            <a:r>
              <a:rPr lang="vi-VN" dirty="0"/>
              <a:t> </a:t>
            </a:r>
            <a:r>
              <a:rPr lang="vi-VN" dirty="0" err="1"/>
              <a:t>hoạt</a:t>
            </a:r>
            <a:r>
              <a:rPr lang="vi-VN" dirty="0"/>
              <a:t> </a:t>
            </a:r>
            <a:r>
              <a:rPr lang="vi-VN" dirty="0" err="1"/>
              <a:t>động</a:t>
            </a:r>
            <a:r>
              <a:rPr lang="vi-VN" dirty="0"/>
              <a:t> </a:t>
            </a:r>
            <a:r>
              <a:rPr lang="vi-VN" dirty="0" err="1"/>
              <a:t>nghiệp</a:t>
            </a:r>
            <a:r>
              <a:rPr lang="vi-VN" dirty="0"/>
              <a:t> </a:t>
            </a:r>
            <a:r>
              <a:rPr lang="vi-VN" dirty="0" err="1"/>
              <a:t>vụ</a:t>
            </a:r>
            <a:endParaRPr lang="vi-VN" dirty="0"/>
          </a:p>
          <a:p>
            <a:pPr lvl="1"/>
            <a:r>
              <a:rPr lang="vi-VN" dirty="0" err="1"/>
              <a:t>Nắm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thông tin </a:t>
            </a:r>
            <a:r>
              <a:rPr lang="vi-VN" dirty="0" err="1"/>
              <a:t>về</a:t>
            </a:r>
            <a:r>
              <a:rPr lang="vi-VN" dirty="0"/>
              <a:t> </a:t>
            </a:r>
            <a:r>
              <a:rPr lang="vi-VN" dirty="0" err="1"/>
              <a:t>khách</a:t>
            </a:r>
            <a:r>
              <a:rPr lang="vi-VN" dirty="0"/>
              <a:t> </a:t>
            </a:r>
            <a:r>
              <a:rPr lang="vi-VN" dirty="0" err="1"/>
              <a:t>hàng</a:t>
            </a:r>
            <a:r>
              <a:rPr lang="vi-VN" dirty="0"/>
              <a:t>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sản</a:t>
            </a:r>
            <a:r>
              <a:rPr lang="vi-VN" dirty="0"/>
              <a:t> </a:t>
            </a:r>
            <a:r>
              <a:rPr lang="vi-VN" dirty="0" err="1"/>
              <a:t>phẩm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546256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83CAD-C138-4AC1-BF13-950D2915F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Yêu </a:t>
            </a:r>
            <a:r>
              <a:rPr lang="vi-VN" dirty="0" err="1"/>
              <a:t>cầu</a:t>
            </a:r>
            <a:r>
              <a:rPr lang="vi-VN" dirty="0"/>
              <a:t> </a:t>
            </a:r>
            <a:r>
              <a:rPr lang="vi-VN" dirty="0" err="1"/>
              <a:t>đối</a:t>
            </a:r>
            <a:r>
              <a:rPr lang="vi-VN" dirty="0"/>
              <a:t> </a:t>
            </a:r>
            <a:r>
              <a:rPr lang="vi-VN" dirty="0" err="1"/>
              <a:t>với</a:t>
            </a:r>
            <a:r>
              <a:rPr lang="vi-VN" dirty="0"/>
              <a:t> </a:t>
            </a:r>
            <a:r>
              <a:rPr lang="vi-VN" dirty="0" err="1"/>
              <a:t>hệ</a:t>
            </a:r>
            <a:r>
              <a:rPr lang="vi-VN" dirty="0"/>
              <a:t> </a:t>
            </a:r>
            <a:r>
              <a:rPr lang="vi-VN" dirty="0" err="1"/>
              <a:t>thống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04905-F42D-458D-BC15-7BF596ABE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 err="1"/>
              <a:t>Khách</a:t>
            </a:r>
            <a:r>
              <a:rPr lang="vi-VN" dirty="0"/>
              <a:t> </a:t>
            </a:r>
            <a:r>
              <a:rPr lang="vi-VN" dirty="0" err="1"/>
              <a:t>hàng</a:t>
            </a:r>
            <a:endParaRPr lang="vi-VN" dirty="0"/>
          </a:p>
          <a:p>
            <a:pPr lvl="1"/>
            <a:r>
              <a:rPr lang="vi-VN" dirty="0"/>
              <a:t>Mua </a:t>
            </a:r>
            <a:r>
              <a:rPr lang="vi-VN" dirty="0" err="1"/>
              <a:t>hàng</a:t>
            </a:r>
            <a:r>
              <a:rPr lang="vi-VN" dirty="0"/>
              <a:t> </a:t>
            </a:r>
            <a:r>
              <a:rPr lang="vi-VN" dirty="0" err="1"/>
              <a:t>dễ</a:t>
            </a:r>
            <a:r>
              <a:rPr lang="vi-VN" dirty="0"/>
              <a:t> </a:t>
            </a:r>
            <a:r>
              <a:rPr lang="vi-VN" dirty="0" err="1"/>
              <a:t>dàng</a:t>
            </a:r>
            <a:endParaRPr lang="vi-VN" dirty="0"/>
          </a:p>
          <a:p>
            <a:pPr lvl="1"/>
            <a:r>
              <a:rPr lang="vi-VN" dirty="0"/>
              <a:t>Xem </a:t>
            </a:r>
            <a:r>
              <a:rPr lang="vi-VN" dirty="0" err="1"/>
              <a:t>trước</a:t>
            </a:r>
            <a:r>
              <a:rPr lang="vi-VN" dirty="0"/>
              <a:t> thông tin </a:t>
            </a:r>
            <a:r>
              <a:rPr lang="vi-VN" dirty="0" err="1"/>
              <a:t>sản</a:t>
            </a:r>
            <a:r>
              <a:rPr lang="vi-VN" dirty="0"/>
              <a:t> </a:t>
            </a:r>
            <a:r>
              <a:rPr lang="vi-VN" dirty="0" err="1"/>
              <a:t>phẩm</a:t>
            </a:r>
            <a:endParaRPr lang="vi-VN" dirty="0"/>
          </a:p>
          <a:p>
            <a:pPr lvl="1"/>
            <a:r>
              <a:rPr lang="vi-VN" dirty="0"/>
              <a:t>Thanh toan </a:t>
            </a:r>
            <a:r>
              <a:rPr lang="vi-VN" dirty="0" err="1"/>
              <a:t>dễ</a:t>
            </a:r>
            <a:r>
              <a:rPr lang="vi-VN" dirty="0"/>
              <a:t> </a:t>
            </a:r>
            <a:r>
              <a:rPr lang="vi-VN" dirty="0" err="1"/>
              <a:t>dàng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3854998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D1C9-4B49-4472-9AD5-3DAD04EF4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427" y="-143691"/>
            <a:ext cx="10018713" cy="736810"/>
          </a:xfrm>
        </p:spPr>
        <p:txBody>
          <a:bodyPr/>
          <a:lstStyle/>
          <a:p>
            <a:r>
              <a:rPr lang="vi-VN" dirty="0" err="1"/>
              <a:t>Use-case</a:t>
            </a:r>
            <a:r>
              <a:rPr lang="vi-VN" dirty="0"/>
              <a:t> </a:t>
            </a:r>
            <a:r>
              <a:rPr lang="vi-VN" dirty="0" err="1"/>
              <a:t>hệ</a:t>
            </a:r>
            <a:r>
              <a:rPr lang="vi-VN" dirty="0"/>
              <a:t> </a:t>
            </a:r>
            <a:r>
              <a:rPr lang="vi-VN" dirty="0" err="1"/>
              <a:t>thống</a:t>
            </a:r>
            <a:endParaRPr lang="vi-V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826B1D-E722-4961-8657-EBFBF8C48E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7807" y="593119"/>
            <a:ext cx="6632581" cy="6252492"/>
          </a:xfrm>
        </p:spPr>
      </p:pic>
    </p:spTree>
    <p:extLst>
      <p:ext uri="{BB962C8B-B14F-4D97-AF65-F5344CB8AC3E}">
        <p14:creationId xmlns:p14="http://schemas.microsoft.com/office/powerpoint/2010/main" val="347663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3F57C-92DA-419B-9744-A64CAB651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Đăng</a:t>
            </a:r>
            <a:r>
              <a:rPr lang="en-US" dirty="0"/>
              <a:t> </a:t>
            </a:r>
            <a:r>
              <a:rPr lang="en-US" dirty="0" err="1"/>
              <a:t>nhập</a:t>
            </a:r>
            <a:endParaRPr lang="vi-V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0BD002-4599-4EB9-8871-C3C0829730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7874" y="3009730"/>
            <a:ext cx="7811590" cy="2438740"/>
          </a:xfrm>
        </p:spPr>
      </p:pic>
    </p:spTree>
    <p:extLst>
      <p:ext uri="{BB962C8B-B14F-4D97-AF65-F5344CB8AC3E}">
        <p14:creationId xmlns:p14="http://schemas.microsoft.com/office/powerpoint/2010/main" val="300365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86A9C-F6F0-4F4D-9D97-4A12C5696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Tạo</a:t>
            </a:r>
            <a:r>
              <a:rPr lang="en-US" dirty="0"/>
              <a:t> </a:t>
            </a:r>
            <a:r>
              <a:rPr lang="en-US" dirty="0" err="1"/>
              <a:t>tài</a:t>
            </a:r>
            <a:r>
              <a:rPr lang="en-US" dirty="0"/>
              <a:t> </a:t>
            </a:r>
            <a:r>
              <a:rPr lang="en-US" dirty="0" err="1"/>
              <a:t>khoản</a:t>
            </a:r>
            <a:endParaRPr lang="vi-V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50BEF95-7AEF-484F-8284-85A36A3207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9215" y="2976387"/>
            <a:ext cx="8468907" cy="2505425"/>
          </a:xfrm>
        </p:spPr>
      </p:pic>
    </p:spTree>
    <p:extLst>
      <p:ext uri="{BB962C8B-B14F-4D97-AF65-F5344CB8AC3E}">
        <p14:creationId xmlns:p14="http://schemas.microsoft.com/office/powerpoint/2010/main" val="3152237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D759C-88BA-42BA-B968-BFCC663AB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Xem</a:t>
            </a:r>
            <a:r>
              <a:rPr lang="en-US" dirty="0"/>
              <a:t> </a:t>
            </a:r>
            <a:r>
              <a:rPr lang="en-US" dirty="0" err="1"/>
              <a:t>hàng</a:t>
            </a:r>
            <a:endParaRPr lang="vi-V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D8B4F6-B1E8-44A1-882F-5F1C163AAF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899" y="2833492"/>
            <a:ext cx="8697539" cy="2791215"/>
          </a:xfrm>
        </p:spPr>
      </p:pic>
    </p:spTree>
    <p:extLst>
      <p:ext uri="{BB962C8B-B14F-4D97-AF65-F5344CB8AC3E}">
        <p14:creationId xmlns:p14="http://schemas.microsoft.com/office/powerpoint/2010/main" val="32916837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6C7B7-2A26-4A0D-94ED-81F24102C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Mua</a:t>
            </a:r>
            <a:r>
              <a:rPr lang="en-US" dirty="0"/>
              <a:t> </a:t>
            </a:r>
            <a:r>
              <a:rPr lang="en-US" dirty="0" err="1"/>
              <a:t>hàng</a:t>
            </a:r>
            <a:endParaRPr lang="vi-V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458816-B006-493C-9FF4-793F39EF89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2399" y="3190730"/>
            <a:ext cx="9602540" cy="2076740"/>
          </a:xfrm>
        </p:spPr>
      </p:pic>
    </p:spTree>
    <p:extLst>
      <p:ext uri="{BB962C8B-B14F-4D97-AF65-F5344CB8AC3E}">
        <p14:creationId xmlns:p14="http://schemas.microsoft.com/office/powerpoint/2010/main" val="2431535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373A3-63E3-4EA8-BE2D-DC6897016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Giao</a:t>
            </a:r>
            <a:r>
              <a:rPr lang="en-US" dirty="0"/>
              <a:t> </a:t>
            </a:r>
            <a:r>
              <a:rPr lang="en-US" dirty="0" err="1"/>
              <a:t>hàng</a:t>
            </a:r>
            <a:endParaRPr lang="vi-V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90887E9-D84E-4E34-A98B-57B14C4565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9821" y="3181204"/>
            <a:ext cx="7487695" cy="2095792"/>
          </a:xfrm>
        </p:spPr>
      </p:pic>
    </p:spTree>
    <p:extLst>
      <p:ext uri="{BB962C8B-B14F-4D97-AF65-F5344CB8AC3E}">
        <p14:creationId xmlns:p14="http://schemas.microsoft.com/office/powerpoint/2010/main" val="26340777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5F201-15D0-436A-AAE7-5BE828FE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đ</a:t>
            </a:r>
            <a:r>
              <a:rPr lang="vi-VN" dirty="0"/>
              <a:t>ơ</a:t>
            </a:r>
            <a:r>
              <a:rPr lang="en-US" dirty="0"/>
              <a:t>n </a:t>
            </a:r>
            <a:r>
              <a:rPr lang="en-US" dirty="0" err="1"/>
              <a:t>hàng</a:t>
            </a:r>
            <a:endParaRPr lang="vi-V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4FE254-69FD-4F39-9A07-5B3B356B2A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3216" y="3443178"/>
            <a:ext cx="7020905" cy="1571844"/>
          </a:xfrm>
        </p:spPr>
      </p:pic>
    </p:spTree>
    <p:extLst>
      <p:ext uri="{BB962C8B-B14F-4D97-AF65-F5344CB8AC3E}">
        <p14:creationId xmlns:p14="http://schemas.microsoft.com/office/powerpoint/2010/main" val="2178551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C3D8E-E4F6-4849-B396-BD3DA43EB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kho</a:t>
            </a:r>
            <a:endParaRPr lang="vi-V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33D4228-E513-4AE0-A576-8DA2875735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8400" y="3419362"/>
            <a:ext cx="7430537" cy="1619476"/>
          </a:xfrm>
        </p:spPr>
      </p:pic>
    </p:spTree>
    <p:extLst>
      <p:ext uri="{BB962C8B-B14F-4D97-AF65-F5344CB8AC3E}">
        <p14:creationId xmlns:p14="http://schemas.microsoft.com/office/powerpoint/2010/main" val="22880972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5CEA7-6D3F-407A-B58D-63ED5D6C7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endParaRPr lang="vi-V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5EA58F9-8E55-420C-A8A8-6490C9DB4A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0374" y="3443178"/>
            <a:ext cx="6906589" cy="1571844"/>
          </a:xfrm>
        </p:spPr>
      </p:pic>
    </p:spTree>
    <p:extLst>
      <p:ext uri="{BB962C8B-B14F-4D97-AF65-F5344CB8AC3E}">
        <p14:creationId xmlns:p14="http://schemas.microsoft.com/office/powerpoint/2010/main" val="3074117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B860B-FDEF-4812-93FF-6954DBB87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tài</a:t>
            </a:r>
            <a:r>
              <a:rPr lang="en-US" dirty="0"/>
              <a:t> </a:t>
            </a:r>
            <a:r>
              <a:rPr lang="en-US" dirty="0" err="1"/>
              <a:t>khoản</a:t>
            </a:r>
            <a:endParaRPr lang="vi-V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DEF0AC0-FBCB-42F6-A7B8-034AB00A92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9848" y="3443178"/>
            <a:ext cx="7287642" cy="1571844"/>
          </a:xfrm>
        </p:spPr>
      </p:pic>
    </p:spTree>
    <p:extLst>
      <p:ext uri="{BB962C8B-B14F-4D97-AF65-F5344CB8AC3E}">
        <p14:creationId xmlns:p14="http://schemas.microsoft.com/office/powerpoint/2010/main" val="5017603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6F47F-A759-4273-A32F-B27590416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kê</a:t>
            </a:r>
            <a:endParaRPr lang="vi-V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3DEDF78-B6A0-4D6E-A8F8-A99A004C59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269" y="3562257"/>
            <a:ext cx="6982799" cy="1333686"/>
          </a:xfrm>
        </p:spPr>
      </p:pic>
    </p:spTree>
    <p:extLst>
      <p:ext uri="{BB962C8B-B14F-4D97-AF65-F5344CB8AC3E}">
        <p14:creationId xmlns:p14="http://schemas.microsoft.com/office/powerpoint/2010/main" val="249583456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60</TotalTime>
  <Words>190</Words>
  <Application>Microsoft Office PowerPoint</Application>
  <PresentationFormat>Widescreen</PresentationFormat>
  <Paragraphs>39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Corbel</vt:lpstr>
      <vt:lpstr>Parallax</vt:lpstr>
      <vt:lpstr>Hệ thống bán linh kiện máy tính</vt:lpstr>
      <vt:lpstr>Giới thiệu</vt:lpstr>
      <vt:lpstr>Đối tượng chính tham gia vào hệ thống</vt:lpstr>
      <vt:lpstr>Yêu cầu đối với hệ thống</vt:lpstr>
      <vt:lpstr>Yêu cầu đối với hệ thống</vt:lpstr>
      <vt:lpstr>Yêu cầu đối với hệ thống</vt:lpstr>
      <vt:lpstr>Use-case hệ thống</vt:lpstr>
      <vt:lpstr>Đăng nhập</vt:lpstr>
      <vt:lpstr>Tạo tài khoản</vt:lpstr>
      <vt:lpstr>Xem hàng</vt:lpstr>
      <vt:lpstr>Mua hàng</vt:lpstr>
      <vt:lpstr>Giao hàng</vt:lpstr>
      <vt:lpstr>Quản lý đơn hàng</vt:lpstr>
      <vt:lpstr>Quản lý kho</vt:lpstr>
      <vt:lpstr>Quản lý sản phẩm</vt:lpstr>
      <vt:lpstr>Quản lý tài khoản</vt:lpstr>
      <vt:lpstr>Thống kê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Hệ thống bán linh kiện máy tính</dc:title>
  <dc:creator>Minh Tâm Phạm</dc:creator>
  <cp:lastModifiedBy>Minh Tâm Phạm</cp:lastModifiedBy>
  <cp:revision>8</cp:revision>
  <dcterms:created xsi:type="dcterms:W3CDTF">2018-03-03T02:03:00Z</dcterms:created>
  <dcterms:modified xsi:type="dcterms:W3CDTF">2018-03-04T14:32:21Z</dcterms:modified>
</cp:coreProperties>
</file>